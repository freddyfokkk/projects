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715000"/>
            <a:ext cx="12191695" cy="1143000"/>
          </a:xfrm>
          <a:prstGeom prst="rect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31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DELIVERY &amp; VALUE REALIZATION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Predictive Supply Chain &amp; Sales Forecasting Framework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pipeline to measurable business value — a reusable, end-to-end approach to AI-driven delivery risk, ETA, and demand forecasting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Leadership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reusable framework, four connected disciplines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and proved out an end-to-end methodology that turns raw logistics and sales data into predictive models — and turns those models into tracked business value.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CFE7F0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51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ML pipeline: ingestion, feature engineering, model training, and evaluation for three predictive use cases.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233172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CFE7F0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651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3" name="Text 11"/>
          <p:cNvSpPr/>
          <p:nvPr/>
        </p:nvSpPr>
        <p:spPr>
          <a:xfrm>
            <a:off x="461772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proved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388620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framework — technical, value-tracking, governance, and cloud scaling — works together as a repeatable delivery pattern.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429000" cy="3383280"/>
          </a:xfrm>
          <a:prstGeom prst="roundRect">
            <a:avLst>
              <a:gd name="adj" fmla="val 2703"/>
            </a:avLst>
          </a:prstGeom>
          <a:solidFill>
            <a:srgbClr val="CFE7F0"/>
          </a:solidFill>
          <a:ln/>
          <a:effectLst>
            <a:outerShdw sx="100000" sy="100000" kx="0" ky="0" algn="bl" rotWithShape="0" blurRad="76200" dist="25400" dir="5400000">
              <a:srgbClr val="1B1B1B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651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8366760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388620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path from pilot to production: connect real data, and the same framework scales across regions and product lines.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 &amp;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chains generate data — most of it isn't used predictively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0B2A3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deliveries are discovered after they happen, not before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production decisions rely on reactive, backward-looking reports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forecasts are inconsistent across products and regions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way to translate operational data into quantified business value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CFE7F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031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260604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delivery risk and ETA before disruption reaches the customer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inventory and production planning from reactive to proactive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forecasting across products/regions on one framework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ROI, efficiency, and risk mitigation on a single value dashboard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connected pillars, one delivery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CFE7F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1993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Core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models for Sales Forecasting, Late Delivery Risk, and Estimated Time of Delivery, built on a shared feature pipeline.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3736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CFE7F0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011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269480" y="1993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Realization Dashboard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606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that translate model output into business terms: Simulated ROI, Fulfillment Efficiency, and Risk Mitigation.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CFE7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08760" y="4279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&amp; Governance Artifacts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documentation, an 11-week workflow timeline, and an executive reporting cadence for cross-functional alignment.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CFE7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297680"/>
            <a:ext cx="502920" cy="502920"/>
          </a:xfrm>
          <a:prstGeom prst="ellipse">
            <a:avLst/>
          </a:prstGeom>
          <a:solidFill>
            <a:srgbClr val="0B2A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269480" y="4279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&amp; Architecture Alignment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4892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for scaling ingestion, model execution, and automated reporting across a global logistics network.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pipeline feeds every model and every metric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48840" y="2651760"/>
            <a:ext cx="29864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447483" y="265176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538923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38923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47683" y="2651760"/>
            <a:ext cx="29864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46326" y="265176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437766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7766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Evaluation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6526" y="2651760"/>
            <a:ext cx="29864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45169" y="265176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609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36609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Metrics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KPIs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45369" y="2651760"/>
            <a:ext cx="29864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144012" y="265176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235452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35452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44212" y="2651760"/>
            <a:ext cx="29864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10042855" y="2651760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10134295" y="27249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34295" y="3017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T-SQL data pipeline  •  Random Forest models (classification &amp; regression)  •  Coca-Cola-style supply chain dataset used as proof-of-concept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CFE7F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25780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model shares the same ingestion and feature layer, adding a new use case — or a new region — means extending the pipeline once, not rebuilding it for each model.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predictive models, one shared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CFE7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42900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Delivery Risk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(Random Forest)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late shipments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accuracy • 79% precision • 0.88 F1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CFE7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0" y="1783080"/>
            <a:ext cx="342900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057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Forecasting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72000" y="2560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(Random Forest)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4572000" y="3931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only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43891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129% on synthetic data — signal-limited by design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78308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CFE7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6720" y="1783080"/>
            <a:ext cx="3429000" cy="10972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20574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Time of Delivery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321040" y="25603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(Random Forest)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30175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8321040" y="39319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only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21040" y="43891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1.52 days — needs real operational features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3949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shown are from a proof-of-concept run on synthetic supply chain data. The Late Delivery Risk model demonstrates the framework's ability to flag risk early; forecasting accuracy is expected to improve substantially once trained on real operational data.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REALIZATION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model output into a shared language for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$67,300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ROI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avoided cost from proactively flagged late deliveries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2402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98.35%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Mitigation (Recall)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37490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true late deliveries caught before they happen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22402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2.37%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321040" y="32461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Efficiency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374904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precision — the metric to improve first with real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are computed on synthetic proof-of-concept data to validate the metric definitions and dashboard logic — not to represent production-scale returns. The same formulas apply directly once live data is connected.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GOVERNANCE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11-week path from kickoff to handover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25880" y="3246120"/>
            <a:ext cx="9539935" cy="0"/>
          </a:xfrm>
          <a:prstGeom prst="line">
            <a:avLst/>
          </a:prstGeom>
          <a:noFill/>
          <a:ln w="50800">
            <a:solidFill>
              <a:srgbClr val="CF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4712" y="304495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1-2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Data Foundation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14701" y="304495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4701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47189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3-4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47189" y="3886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 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4690" y="304495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469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37178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5-7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37178" y="3886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 Development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4680" y="304495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468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27168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27168" y="3886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Dashboard &amp; KPI Definition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84669" y="304495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84669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7157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17157" y="3886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Artifacts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74658" y="3044952"/>
            <a:ext cx="402336" cy="402336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74658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07146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07146" y="3886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Architecture Alignment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664647" y="3044952"/>
            <a:ext cx="402336" cy="402336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64647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997135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997135" y="38862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Handover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212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CFE7F0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349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B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cadence: 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document, workflow timeline, and executive presentation are maintained as living artifacts through weekly syncs and phase-end milestone reviews.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ARCHITECTURE ALIGNMENT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 into a global logistics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0" y="1737360"/>
            <a:ext cx="7253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batch from ERP, TMS, WMS, CRM and market feeds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70632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70632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 &amp; Storage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14800" y="2770632"/>
            <a:ext cx="7253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lake, warehouse, ETL/ELT orchestration, feature store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03904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03904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Execution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14800" y="3803904"/>
            <a:ext cx="7253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training, endpoints for real-time &amp; batch scoring, drift monitoring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837176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0B2A3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37176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&amp; Governance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14800" y="4837176"/>
            <a:ext cx="7253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dashboards, automated alerts, access control &amp; audit logging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96188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Cloud-agnostic blueprint (GCP / AWS / Azure equivalents) — supports continuous ingestion and automated reporting without manual intervention.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proof-of-concept to production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CFE7F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756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/>
          <p:nvPr/>
        </p:nvSpPr>
        <p:spPr>
          <a:xfrm>
            <a:off x="1508760" y="20391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production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synthetic data with live ERP/TMS/CRM feeds to validate real-world model accuracy.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CFE7F0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207568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7269480" y="20391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deployment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Late Delivery Risk model in one region as a live pilot with operational teams.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CFE7F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9502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/>
          <p:nvPr/>
        </p:nvSpPr>
        <p:spPr>
          <a:xfrm>
            <a:off x="1508760" y="3913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coverage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same pipeline to additional regions and product lines once the pilot validates value.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65760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CFE7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395020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7269480" y="39136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forecasting depth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45262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3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advanced time-series methods to lift Sales Forecasting and ETA accuracy beyond proof-of-concept.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715000"/>
            <a:ext cx="12191695" cy="1143000"/>
          </a:xfrm>
          <a:prstGeom prst="rect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4688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Q&amp;A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Delivery &amp; Value Realization Framework  •  Predictive Supply Chain &amp; Sales Forecasting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Delivery &amp; Value Realization Framework</dc:title>
  <dc:subject>PptxGenJS Presentation</dc:subject>
  <dc:creator>Freddy</dc:creator>
  <cp:lastModifiedBy>Freddy</cp:lastModifiedBy>
  <cp:revision>1</cp:revision>
  <dcterms:created xsi:type="dcterms:W3CDTF">2026-09-02T04:05:15Z</dcterms:created>
  <dcterms:modified xsi:type="dcterms:W3CDTF">2026-09-02T04:05:15Z</dcterms:modified>
</cp:coreProperties>
</file>