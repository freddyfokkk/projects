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Trade Data Analysis &amp; Predictive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Objective: Ingest and process 50,000 raw trade records (Jan 2020 – Dec 2023) to uncover market trends and evaluate volume-price relationships.</a:t>
            </a:r>
          </a:p>
          <a:p>
            <a:pPr/>
            <a:r>
              <a:t>Data Pipeline: Addressed 1–3% missing values, mismatched date formats, and string-currency artifacts.</a:t>
            </a:r>
          </a:p>
          <a:p>
            <a:pPr/>
            <a:r>
              <a:t>Outcome: Successfully refined the dataset to 35,728 clean, valid trade records ready for exploratory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Exploratory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 Equities: Procter &amp; Gamble (PG) led overall trade volume (737,873 shares), closely followed by JPM, CRM, BAC, and V.</a:t>
            </a:r>
          </a:p>
          <a:p>
            <a:pPr/>
            <a:r>
              <a:t>Brokerage Parity: Market share was highly competitive; Charles Schwab processed $9.006 billion in total volume, narrowly edging out Interactive Brokers at $8.95 billion.</a:t>
            </a:r>
          </a:p>
          <a:p>
            <a:pPr/>
            <a:r>
              <a:t>Average Trade Size: Transaction averages remained balanced across platforms, hovering around $501k–$503k per trade.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Market Correlation: Identified a moderately strong positive correlation (0.6518) between total Trade Volume and Price.</a:t>
            </a:r>
          </a:p>
          <a:p>
            <a:pPr/>
            <a:r>
              <a:t>Regression Analysis: Built an Ordinary Least Squares (OLS) regression model yielding an R-squared of 0.425, indicating 42.5% of stock price variance is explained by volume in this dataset.</a:t>
            </a:r>
          </a:p>
          <a:p>
            <a:pPr/>
            <a:r>
              <a:t>Statistical Significance: A p-value of 0.000 confirmed that trade volume is a highly significant predictor within the model parameters.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